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03504" y="1636776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INFERLOOP · JOUR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7936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03504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 d'articles de presse française — API zero-shot.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" y="3474720"/>
            <a:ext cx="1325880" cy="329184"/>
          </a:xfrm>
          <a:prstGeom prst="rect">
            <a:avLst/>
          </a:prstGeom>
          <a:noFill/>
          <a:ln w="12700">
            <a:solidFill>
              <a:srgbClr val="1A1A1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20824" y="3474720"/>
            <a:ext cx="1325880" cy="329184"/>
          </a:xfrm>
          <a:prstGeom prst="rect">
            <a:avLst/>
          </a:prstGeom>
          <a:noFill/>
          <a:ln w="12700">
            <a:solidFill>
              <a:srgbClr val="1A1A1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MDEBERTA-V3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38144" y="3474720"/>
            <a:ext cx="1325880" cy="329184"/>
          </a:xfrm>
          <a:prstGeom prst="rect">
            <a:avLst/>
          </a:prstGeom>
          <a:noFill/>
          <a:ln w="12700">
            <a:solidFill>
              <a:srgbClr val="1A1A1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NLI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55464" y="3474720"/>
            <a:ext cx="1325880" cy="329184"/>
          </a:xfrm>
          <a:prstGeom prst="rect">
            <a:avLst/>
          </a:prstGeom>
          <a:noFill/>
          <a:ln w="12700">
            <a:solidFill>
              <a:srgbClr val="1A1A1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sans ses poids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3504" y="1600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Adrien a laissé un CamemBERT fine-tuné (macro-F1 0.87)… mais le fichier de poids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pytorch_model.bin (~443 Mo)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n'est pas fourni. Impossible de le charger tel quel.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251460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29718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8096" y="3630168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exigé par Chloé (SLA business)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10128" y="251460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74720" y="3630168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doit dire si le modèle est chargé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16752" y="251460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81344" y="29718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81344" y="3630168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lancer en une seule commande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STRATÉGIE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sans réentraîner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3504" y="1600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les poids, on ne réentraîne pas en 24 h. On classe en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NLI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modèle décide si un article « parle de » chaque catégorie, sans avoir jamais vu le corpus MédiaLens.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2606040"/>
            <a:ext cx="383133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2606040"/>
            <a:ext cx="45720" cy="1691640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74320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RETENU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8096" y="306324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mDeBERTa-v3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8096" y="37216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multilingue (base-mnli-xnli), prêt à l'emploi sur nos 5 catégories.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2606040"/>
            <a:ext cx="383133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274320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CATÉGORIES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752" y="30632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· economie · sport · culture · faits_divers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mDeBERTa-v3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03504" y="1783080"/>
            <a:ext cx="18470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9202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NATIF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2240280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XNLI — le français fait partie du socle, pas une traduction.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33472" y="1783080"/>
            <a:ext cx="18470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98064" y="19202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98064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98064" y="2898648"/>
            <a:ext cx="15361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image Docker contenue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18470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19202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L'EMPLOI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2240280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: aucun fine-tuning, aucun corpus requis.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93408" y="1783080"/>
            <a:ext cx="184708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93408" y="1783080"/>
            <a:ext cx="45720" cy="1828800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9202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CLÉ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pts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58000" y="2898648"/>
            <a:ext cx="15361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F1 grâce au gabarit d'hypothèse en français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: </a:t>
            </a:r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Cet article parle de {} »</a:t>
            </a:r>
            <a:pPr indent="0" marL="0">
              <a:buNone/>
            </a:pPr>
            <a:r>
              <a:rPr lang="en-US" sz="14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lieu du défaut anglais — validé sur 3 configurations.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#1 · LATENCE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à 343 ms, sous le SLA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429768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3193869"/>
            <a:ext cx="777240" cy="920931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7382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28900" y="3002008"/>
            <a:ext cx="777240" cy="1112792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681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00500" y="2798636"/>
            <a:ext cx="777240" cy="1316165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4785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2196193"/>
            <a:ext cx="4297680" cy="0"/>
          </a:xfrm>
          <a:prstGeom prst="line">
            <a:avLst/>
          </a:prstGeom>
          <a:noFill/>
          <a:ln w="22225">
            <a:solidFill>
              <a:srgbClr val="E6332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8680" y="1903585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500 ms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 ms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66928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MESURÉ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66928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EXIGÉ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est chargé une seule fois au démarrage (lifespan) : la première requête n'est jamais pénalisée.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· python -m scripts.benchmark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#2 · QUALITÉ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de macro-F1 en zero-shot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3504" y="189738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00200" y="1874520"/>
            <a:ext cx="3057754" cy="301752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10" name="Text 8"/>
          <p:cNvSpPr/>
          <p:nvPr/>
        </p:nvSpPr>
        <p:spPr>
          <a:xfrm>
            <a:off x="4721962" y="19065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240030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00200" y="2377440"/>
            <a:ext cx="2884018" cy="301752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13" name="Text 11"/>
          <p:cNvSpPr/>
          <p:nvPr/>
        </p:nvSpPr>
        <p:spPr>
          <a:xfrm>
            <a:off x="4548226" y="24094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" y="29032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600200" y="2880360"/>
            <a:ext cx="2779776" cy="301752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3984" y="29123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" y="340614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faits_divers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600200" y="3383280"/>
            <a:ext cx="2223821" cy="301752"/>
          </a:xfrm>
          <a:prstGeom prst="rect">
            <a:avLst/>
          </a:prstGeom>
          <a:solidFill>
            <a:srgbClr val="777770"/>
          </a:solidFill>
          <a:ln/>
        </p:spPr>
      </p:sp>
      <p:sp>
        <p:nvSpPr>
          <p:cNvPr id="19" name="Text 17"/>
          <p:cNvSpPr/>
          <p:nvPr/>
        </p:nvSpPr>
        <p:spPr>
          <a:xfrm>
            <a:off x="3888029" y="34152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" y="390906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600200" y="3886200"/>
            <a:ext cx="1424635" cy="30175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22" name="Text 20"/>
          <p:cNvSpPr/>
          <p:nvPr/>
        </p:nvSpPr>
        <p:spPr>
          <a:xfrm>
            <a:off x="3088843" y="39182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67251" y="1783080"/>
            <a:ext cx="0" cy="2514600"/>
          </a:xfrm>
          <a:prstGeom prst="line">
            <a:avLst/>
          </a:prstGeom>
          <a:noFill/>
          <a:ln w="15875">
            <a:solidFill>
              <a:srgbClr val="77777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10051" y="15270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0.71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66928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0.713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40664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0" y="2834640"/>
            <a:ext cx="2926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33872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FAIBLE ASSUMÉ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33872" y="3291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(F1 0.41, recall 0.31) — confondu avec politique et faits_divers, comme le notait déjà Adrien.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Prête pour la production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03504" y="1783080"/>
            <a:ext cx="4297680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7864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9464" y="18928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/infer · GET /health · GET 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" y="2441448"/>
            <a:ext cx="4297680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5328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97864" y="2532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9464" y="2551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mDeBERTa chargé au lifespan, mis en cache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" y="3099816"/>
            <a:ext cx="4297680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191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97864" y="3191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9464" y="32095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CPU, modèle pré-téléchargé au build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" y="3758184"/>
            <a:ext cx="4297680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8496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97864" y="38496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9464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 — endpoints, validation, logique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" y="4416552"/>
            <a:ext cx="4297680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1783080"/>
            <a:ext cx="3383280" cy="1600200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1920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/infer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"titre"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"…",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"…" }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{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"categorie"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"sport",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0.908,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"latence_ms"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250 }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12080" y="3520440"/>
            <a:ext cx="3383280" cy="457200"/>
          </a:xfrm>
          <a:prstGeom prst="rect">
            <a:avLst/>
          </a:prstGeom>
          <a:solidFill>
            <a:srgbClr val="111110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649224"/>
            <a:ext cx="256032" cy="27432"/>
          </a:xfrm>
          <a:prstGeom prst="rect">
            <a:avLst/>
          </a:prstGeom>
          <a:solidFill>
            <a:srgbClr val="E63329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LUCIDITÉ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868680"/>
            <a:ext cx="7936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assume, ce qui suit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03504" y="1783080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" y="1892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au fine-tuné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78224" y="1911096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pts de F1 sous le modèle d'Adrien — prix du zero-shot, sans entraînement corpus.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" y="2441448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5511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" y="25511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 sous-détectée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78224" y="2569464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0.31 — piste J2 : labels ciblés ou quelques exemples (few-shot).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" y="3099816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209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" y="32095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courts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78224" y="3227832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mots moins fiables — déjà signalé dans la note d'Adrien.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" y="3758184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867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2144" y="3867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monitoring drift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78224" y="3886200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détection de dérive sur les articles récents — chantier Jour 2.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" y="4416552"/>
            <a:ext cx="7936992" cy="0"/>
          </a:xfrm>
          <a:prstGeom prst="line">
            <a:avLst/>
          </a:prstGeom>
          <a:noFill/>
          <a:ln w="9525">
            <a:solidFill>
              <a:srgbClr val="D0D0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84048"/>
            <a:ext cx="7936992" cy="0"/>
          </a:xfrm>
          <a:prstGeom prst="line">
            <a:avLst/>
          </a:prstGeom>
          <a:noFill/>
          <a:ln w="9525">
            <a:solidFill>
              <a:srgbClr val="3A3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3216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MédiaLens · InferLoop J1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3504" y="1682496"/>
            <a:ext cx="256032" cy="27432"/>
          </a:xfrm>
          <a:prstGeom prst="rect">
            <a:avLst/>
          </a:prstGeom>
          <a:solidFill>
            <a:srgbClr val="FF8A8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INFERLOOP · JOUR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1965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mais mesuré, validé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prêt pour la production.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03504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tenu · pipeline validée sur 475 articles · livrable Docker en une commande.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2026-09-23T08:17:06Z</dcterms:created>
  <dcterms:modified xsi:type="dcterms:W3CDTF">2026-09-23T08:17:06Z</dcterms:modified>
</cp:coreProperties>
</file>